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8703-A372-6D53-1368-DF2379143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1BE22-E15F-02D0-57A4-C81BD39C6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0810B-58FA-62B4-CB57-DAAC7F5F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6D0CE-3E4D-DF34-98B6-C8C10B31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F8CEF-C788-F9FA-F149-417EBAB2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499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A42D-11B5-4DBA-E0AB-6B8527C1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4642-62FE-6EF4-4654-462C5C2C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0A927-7453-C6AF-321F-3006E006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CE6C1-878A-739A-854A-A8AEF2B5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6663C-D0B5-8A6E-EFC4-6D9D99C7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920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5D99-B06A-247D-5BCF-572BCB5C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2955A-B1FD-136D-109A-DEF474279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F52C-4A03-66A1-54E7-53EB73CF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DD3E2-DDDC-AFE3-BCC0-ECF77A94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1036-AD66-2ACC-A4E6-856BEA7C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094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852C-BFE1-CABE-070F-17FC48CB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DE41-CBA9-D313-70B6-BFE397AED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CB152-6AD0-B00D-276F-5511D2FF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F37A-C3F9-AC44-EA47-93BBE77C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205C-C2F4-89EA-0139-B439080F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23A3A-1459-CF75-2B5D-D1F959CD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177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6044-6B68-A947-D67E-2ACFCA28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40B61-6012-D5C1-9585-61C011CF8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EC4DC-9BC3-108A-647E-22CDA01C3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67F7E-6BDD-E46B-8597-D382F00ED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538EA-4608-6BC6-9699-5A332F778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50423-73BA-C5D1-24CD-741E0F21F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AD430E-7201-9AF7-DC30-9CBC39535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4EA83-79A2-9A53-0BF4-4DA47757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259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915F-1651-3E65-9075-428E7132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A4665-5FAA-C939-6D92-0D3D177B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D9A69-8941-0F6D-24F4-C1E40866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AB7B3-34FF-C68A-D521-9EE28958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446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8F428F-3106-5198-9DBB-2D49A669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56B05-0C47-923E-0538-2A1CC80A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84FC5-9B2A-13CE-C098-EF0D2F24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700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5781-508B-7B02-3511-4714B8C4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9D1CF-FAD5-A5AE-506E-9E3C0AA3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EA481-9CD0-9EC9-943A-F7E9D6F5E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DE84B-9A68-317D-DF32-8221BA80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A88C3-1B6E-2AD5-6DA5-880613E7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D1E62-AB9A-ABE8-9B0D-27F6398F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577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339D-E12E-1313-CF5B-F9AD408D4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934DD-4E9C-62DA-0FA5-F2BFF36E8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18230-BB89-AF7D-EC77-0FF95229F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1F86B-0BEC-158D-25C5-D1C4E622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0783-13D5-22E0-9B2C-FE29CA4B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244B5-3FF6-5758-C969-17549A01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250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5D90-9CFE-CA54-EC65-714A05C1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BA6C2-4EFF-644D-C37A-EEAA8029D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695BD-FA7C-3B1D-9A75-146CC050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E7E9-A1C5-BBAF-F24E-EE4AD8E9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006D9-5DC2-C270-FA3A-DE8487C5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636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35B7C-1918-DC2D-5BA7-40BADB09B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6C656-0B60-2227-F2C8-1C5844D56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E428F-7E29-86BA-3BD3-72EFD4DB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15B51-0A8C-884D-F7E0-19B547C8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9E0CF-18AF-F670-C15F-37A43EF0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873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99260-B519-8A7E-242D-2A20C279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9E471-6789-585C-31C5-477B1B4E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8EBAD-2929-9289-A01F-EA8EFAA7E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84734-4EDD-4C6C-A8F2-9D431D2418B6}" type="datetimeFigureOut">
              <a:rPr lang="he-IL" smtClean="0"/>
              <a:t>כ"ט/אייר/תשפ"ו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73BC7-7272-A6B6-44CF-A7DE62586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1F637-74E5-2021-57B8-3EFCA1B80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7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0FAF0A-1FED-1CE9-0C92-D928304DB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277655"/>
              </p:ext>
            </p:extLst>
          </p:nvPr>
        </p:nvGraphicFramePr>
        <p:xfrm>
          <a:off x="2221880" y="2546396"/>
          <a:ext cx="5836167" cy="190370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48344">
                  <a:extLst>
                    <a:ext uri="{9D8B030D-6E8A-4147-A177-3AD203B41FA5}">
                      <a16:colId xmlns:a16="http://schemas.microsoft.com/office/drawing/2014/main" val="955862198"/>
                    </a:ext>
                  </a:extLst>
                </a:gridCol>
                <a:gridCol w="2512609">
                  <a:extLst>
                    <a:ext uri="{9D8B030D-6E8A-4147-A177-3AD203B41FA5}">
                      <a16:colId xmlns:a16="http://schemas.microsoft.com/office/drawing/2014/main" val="1687635297"/>
                    </a:ext>
                  </a:extLst>
                </a:gridCol>
                <a:gridCol w="1375214">
                  <a:extLst>
                    <a:ext uri="{9D8B030D-6E8A-4147-A177-3AD203B41FA5}">
                      <a16:colId xmlns:a16="http://schemas.microsoft.com/office/drawing/2014/main" val="1617877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8bits 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SEQ</a:t>
                      </a:r>
                      <a:br>
                        <a:rPr lang="en-US" dirty="0"/>
                      </a:br>
                      <a:r>
                        <a:rPr lang="en-US" dirty="0"/>
                        <a:t>8 bits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TYPE</a:t>
                      </a:r>
                      <a:br>
                        <a:rPr lang="en-US" dirty="0"/>
                      </a:br>
                      <a:r>
                        <a:rPr lang="en-US" dirty="0"/>
                        <a:t>4bits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29040"/>
                  </a:ext>
                </a:extLst>
              </a:tr>
              <a:tr h="989305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Handshake :0xFF</a:t>
                      </a:r>
                      <a:br>
                        <a:rPr lang="en-US" dirty="0"/>
                      </a:br>
                      <a:r>
                        <a:rPr lang="en-US" dirty="0"/>
                        <a:t>Data: Message number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0x0C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948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6C7AF8-EBF6-F0B8-718C-DC0D8F679638}"/>
              </a:ext>
            </a:extLst>
          </p:cNvPr>
          <p:cNvSpPr txBox="1"/>
          <p:nvPr/>
        </p:nvSpPr>
        <p:spPr>
          <a:xfrm>
            <a:off x="1849622" y="1938173"/>
            <a:ext cx="658068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b="1" dirty="0"/>
              <a:t>ACK FRAME STRUCTURE</a:t>
            </a:r>
            <a:endParaRPr lang="he-IL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B30ED-C871-B6D7-0AD3-88A4706E03EA}"/>
              </a:ext>
            </a:extLst>
          </p:cNvPr>
          <p:cNvSpPr txBox="1"/>
          <p:nvPr/>
        </p:nvSpPr>
        <p:spPr>
          <a:xfrm>
            <a:off x="2475874" y="4620108"/>
            <a:ext cx="1226696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Type </a:t>
            </a:r>
            <a:br>
              <a:rPr lang="en-US" dirty="0"/>
            </a:br>
            <a:r>
              <a:rPr lang="en-US" dirty="0"/>
              <a:t>Sequence</a:t>
            </a:r>
            <a:br>
              <a:rPr lang="en-US" dirty="0"/>
            </a:br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55E48-40A4-9139-7210-F41553B74079}"/>
              </a:ext>
            </a:extLst>
          </p:cNvPr>
          <p:cNvSpPr txBox="1"/>
          <p:nvPr/>
        </p:nvSpPr>
        <p:spPr>
          <a:xfrm>
            <a:off x="4077325" y="4620108"/>
            <a:ext cx="145404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Sequence number</a:t>
            </a:r>
            <a:endParaRPr lang="he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4B08D-0201-8E92-534B-BC6C4623A2FA}"/>
              </a:ext>
            </a:extLst>
          </p:cNvPr>
          <p:cNvSpPr txBox="1"/>
          <p:nvPr/>
        </p:nvSpPr>
        <p:spPr>
          <a:xfrm>
            <a:off x="6373319" y="4712441"/>
            <a:ext cx="196204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Error check</a:t>
            </a:r>
          </a:p>
        </p:txBody>
      </p:sp>
    </p:spTree>
    <p:extLst>
      <p:ext uri="{BB962C8B-B14F-4D97-AF65-F5344CB8AC3E}">
        <p14:creationId xmlns:p14="http://schemas.microsoft.com/office/powerpoint/2010/main" val="156549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יוני גרינברג</dc:creator>
  <cp:lastModifiedBy>יוני גרינברג</cp:lastModifiedBy>
  <cp:revision>2</cp:revision>
  <dcterms:created xsi:type="dcterms:W3CDTF">2026-05-16T08:06:16Z</dcterms:created>
  <dcterms:modified xsi:type="dcterms:W3CDTF">2026-05-16T08:30:01Z</dcterms:modified>
</cp:coreProperties>
</file>